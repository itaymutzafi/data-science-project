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0" r:id="rId3"/>
    <p:sldId id="292" r:id="rId4"/>
    <p:sldId id="291" r:id="rId5"/>
    <p:sldId id="294" r:id="rId6"/>
    <p:sldId id="295" r:id="rId7"/>
    <p:sldId id="293" r:id="rId8"/>
    <p:sldId id="298" r:id="rId9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53" autoAdjust="0"/>
    <p:restoredTop sz="94770"/>
  </p:normalViewPr>
  <p:slideViewPr>
    <p:cSldViewPr snapToGrid="0">
      <p:cViewPr varScale="1">
        <p:scale>
          <a:sx n="154" d="100"/>
          <a:sy n="154" d="100"/>
        </p:scale>
        <p:origin x="224" y="1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A1595-997C-46E7-E537-50559693B9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6F9402-D32C-591E-A1BD-C8AC584638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8A250-F6DC-1DF3-BECE-2C8B1FF3F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5467C-8AD4-4587-BB05-05B1BC584454}" type="datetimeFigureOut">
              <a:rPr lang="en-IL" smtClean="0"/>
              <a:t>11/18/25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21D6C-7859-C7E5-7D36-22132C24A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F44BC-CC09-A084-0AFD-359D0E87E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DD347-5CF0-4AC5-B539-C2574269EB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92062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97058-DE66-115D-2851-A141B22EF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9B4A1-66C4-FFA5-E427-022DA222F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F2E4E-F3D3-C9CC-FE1B-49246CD06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5467C-8AD4-4587-BB05-05B1BC584454}" type="datetimeFigureOut">
              <a:rPr lang="en-IL" smtClean="0"/>
              <a:t>11/18/25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7DF9B-A35A-DFE2-AF01-3501BA588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25B02-198C-BE9C-6EE5-0161E11A6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DD347-5CF0-4AC5-B539-C2574269EB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66928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85F5A-A45F-3DD5-043D-57AFB5E38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1AFC8-A28E-3FCE-4EAC-D00A385F1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66E64-0DCD-4613-1D50-17DD80D50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5467C-8AD4-4587-BB05-05B1BC584454}" type="datetimeFigureOut">
              <a:rPr lang="en-IL" smtClean="0"/>
              <a:t>11/18/25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C200E-81DC-85D6-AB72-2698394D1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C52A8-BAAC-4927-F58E-75819A08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DD347-5CF0-4AC5-B539-C2574269EB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40996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7DADA-40C7-6840-6FC3-9F5B3E840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5D287-27D0-7C13-CEE8-130CB41231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9C1DF2-858C-23E1-844F-6C598DC90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B76F26-557F-DF98-A2B7-D73221552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5467C-8AD4-4587-BB05-05B1BC584454}" type="datetimeFigureOut">
              <a:rPr lang="en-IL" smtClean="0"/>
              <a:t>11/18/25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3F185-3526-1646-409C-21253BB08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E841EB-BC22-D3FD-91F8-D16576BBF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DD347-5CF0-4AC5-B539-C2574269EB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60395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9BD6A-8A70-B250-7D43-75BB40BE2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7352EC-4D03-8541-7652-3E4028F76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BF8F5-B027-2C4A-431B-0983FC2FC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1F14B8-1DDB-3349-1E5F-4559B0A2D9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91815D-FDBA-F361-04D7-F717FC096D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AF9D2F-1D88-C896-AF68-8A498DE19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5467C-8AD4-4587-BB05-05B1BC584454}" type="datetimeFigureOut">
              <a:rPr lang="en-IL" smtClean="0"/>
              <a:t>11/18/25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2525FF-A6F9-8C08-8F9D-E5371F144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CE273D-27A0-DCFD-37F8-A85F974F5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DD347-5CF0-4AC5-B539-C2574269EB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10478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B8F13-4577-5C4E-96AB-F41F3D81B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0BB08C-2004-98DF-6340-23F6DE036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5467C-8AD4-4587-BB05-05B1BC584454}" type="datetimeFigureOut">
              <a:rPr lang="en-IL" smtClean="0"/>
              <a:t>11/18/25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9E786C-53B2-FD7C-A6DF-87DF84DF0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BB4F71-124E-9F71-0E95-7BFC640F0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DD347-5CF0-4AC5-B539-C2574269EB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92402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CC27EA-2847-6664-6793-9AC4D5639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5467C-8AD4-4587-BB05-05B1BC584454}" type="datetimeFigureOut">
              <a:rPr lang="en-IL" smtClean="0"/>
              <a:t>11/18/25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1D3DAC-BF92-A5C5-72D7-C606F81ED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157164-FD22-BCF7-F999-A5ED03A0D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DD347-5CF0-4AC5-B539-C2574269EB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02094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92087-A250-EAF1-E1A6-852DB480D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2716D-48B1-A63B-AFD2-FE8A51928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0C5940-7B82-9C54-5C13-67DA91C70B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96E37-A456-1ABE-C4FF-8266FEF4C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5467C-8AD4-4587-BB05-05B1BC584454}" type="datetimeFigureOut">
              <a:rPr lang="en-IL" smtClean="0"/>
              <a:t>11/18/25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A121F-F26B-0B76-2A4C-2FE33449F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003D2B-AD4C-0DAB-12AC-3CB4329B3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DD347-5CF0-4AC5-B539-C2574269EB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90373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ED12C-6C23-1021-9AB9-914FA359A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18B796-652E-0E59-6AA6-C93B010953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83134A-256A-8FF9-86C1-3E8ED0C1B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8A45E5-CDB0-5A69-AC1D-2591280C4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5467C-8AD4-4587-BB05-05B1BC584454}" type="datetimeFigureOut">
              <a:rPr lang="en-IL" smtClean="0"/>
              <a:t>11/18/25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498B25-2CE4-9593-0F96-B3986DC49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BA699C-0E17-8D8C-AD3E-5D26EFE73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DD347-5CF0-4AC5-B539-C2574269EB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95809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869D8-4351-EB69-9D6A-077A44E2B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E5A5C-4442-0321-EC2E-1558CF5DF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F7A18-6E45-0AE2-5488-94D1F14C3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5467C-8AD4-4587-BB05-05B1BC584454}" type="datetimeFigureOut">
              <a:rPr lang="en-IL" smtClean="0"/>
              <a:t>11/18/25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A63DD-195B-7B5B-E1F8-94D44F1E4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7A56A-7150-075C-8665-2110959A7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DD347-5CF0-4AC5-B539-C2574269EB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61173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E7A1F4-DE0E-21FD-8B77-E71E65413A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13EC5C-4720-32BA-1DE7-390591C4C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27AD2-24BC-E038-4C23-0684E25C3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5467C-8AD4-4587-BB05-05B1BC584454}" type="datetimeFigureOut">
              <a:rPr lang="en-IL" smtClean="0"/>
              <a:t>11/18/25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E0491-6185-8E9C-9DF6-D0911AB04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F9790-B1B8-FA60-5784-CFBAD08B9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DD347-5CF0-4AC5-B539-C2574269EB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04581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03E60F-FA8E-79E0-06BB-66A4576FF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E1226-2D4A-6690-0DF5-5D1FBF234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E8C3D-2626-1DD1-FE4F-4190B89008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F5467C-8AD4-4587-BB05-05B1BC584454}" type="datetimeFigureOut">
              <a:rPr lang="en-IL" smtClean="0"/>
              <a:t>11/18/25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AE691-21B3-ACC1-A719-265A1771A9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21A20-7A6E-1E56-4039-D1EFEE56E6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DD347-5CF0-4AC5-B539-C2574269EB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2690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28FB6-8FF8-AD7F-FB2A-E2627DEA6F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Workshop in Data Science – Tutorial 2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34794A-5079-42B6-058F-56025CA2B0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10/11/2025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40102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28BD7-57F1-BBDD-9BC5-10684C70E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264DE-641C-28F8-BA7E-2185A8E91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F4C09-6165-2BC2-9764-9ECEBE2F6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Put here: </a:t>
            </a:r>
          </a:p>
          <a:p>
            <a:pPr lvl="1"/>
            <a:r>
              <a:rPr lang="en-US" dirty="0"/>
              <a:t>Main dataset you’ve chosen from Kaggle/UN</a:t>
            </a:r>
          </a:p>
          <a:p>
            <a:pPr lvl="1"/>
            <a:r>
              <a:rPr lang="en-US" dirty="0"/>
              <a:t>Task/s</a:t>
            </a:r>
          </a:p>
          <a:p>
            <a:pPr lvl="1"/>
            <a:r>
              <a:rPr lang="en-US" dirty="0"/>
              <a:t>Motivation for this task</a:t>
            </a:r>
          </a:p>
          <a:p>
            <a:pPr lvl="1"/>
            <a:r>
              <a:rPr lang="en-US" dirty="0"/>
              <a:t>If from Kaggle – what was the original task and what did you change</a:t>
            </a:r>
          </a:p>
        </p:txBody>
      </p:sp>
    </p:spTree>
    <p:extLst>
      <p:ext uri="{BB962C8B-B14F-4D97-AF65-F5344CB8AC3E}">
        <p14:creationId xmlns:p14="http://schemas.microsoft.com/office/powerpoint/2010/main" val="175531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8DDF3-30BD-DDB0-2F0C-D0A26A2A5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Feasibility Analysis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C786E-59B3-1617-C912-8F25772BF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 exploration of the data</a:t>
            </a:r>
          </a:p>
          <a:p>
            <a:pPr lvl="1"/>
            <a:r>
              <a:rPr lang="en-US" dirty="0"/>
              <a:t>Features</a:t>
            </a:r>
          </a:p>
          <a:p>
            <a:pPr lvl="1"/>
            <a:r>
              <a:rPr lang="en-US" dirty="0"/>
              <a:t>Correlations/Signal </a:t>
            </a:r>
          </a:p>
          <a:p>
            <a:r>
              <a:rPr lang="en-US" dirty="0"/>
              <a:t>Supporting datasets</a:t>
            </a:r>
          </a:p>
          <a:p>
            <a:r>
              <a:rPr lang="en-US" dirty="0"/>
              <a:t>Convince us that you can do the task give good enough modelling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889857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376D-2F75-2711-C760-A26767A7F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8F970-8A85-90A4-965C-DD21A6CD2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 approach – doesn’t need to be implemented</a:t>
            </a:r>
          </a:p>
          <a:p>
            <a:r>
              <a:rPr lang="en-US" dirty="0"/>
              <a:t>Work plan</a:t>
            </a:r>
          </a:p>
          <a:p>
            <a:pPr lvl="1"/>
            <a:r>
              <a:rPr lang="en-US" dirty="0"/>
              <a:t>Work Packages</a:t>
            </a:r>
          </a:p>
          <a:p>
            <a:pPr lvl="1"/>
            <a:r>
              <a:rPr lang="en-US" dirty="0"/>
              <a:t>Milestones</a:t>
            </a:r>
          </a:p>
          <a:p>
            <a:pPr lvl="1"/>
            <a:r>
              <a:rPr lang="en-US" dirty="0"/>
              <a:t>What would be a success? Evaluation ideas</a:t>
            </a:r>
          </a:p>
        </p:txBody>
      </p:sp>
    </p:spTree>
    <p:extLst>
      <p:ext uri="{BB962C8B-B14F-4D97-AF65-F5344CB8AC3E}">
        <p14:creationId xmlns:p14="http://schemas.microsoft.com/office/powerpoint/2010/main" val="4083989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EA15E-C114-EC58-7ECE-34750E8D8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Repeat for another topic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B3AB7-DDB6-F554-9DB8-07865E7E4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Same slides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697830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67E3B-8B95-AE32-5305-BC3A94CF8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Preferences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2F696-1F65-8EA1-F6AD-BEB3AEEFA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Either say what you prefer</a:t>
            </a:r>
          </a:p>
          <a:p>
            <a:r>
              <a:rPr lang="en-US" dirty="0"/>
              <a:t>Pros/Cons for each topic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33712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FDEC-3510-3E9C-E439-A41DCFEBA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time for both topics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1920A-AC71-13D0-D462-6F8A7DB11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Around 15 minutes for both topics + 5-10 minutes of questions.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70099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3C632-E288-A2D2-6241-A94731483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Grade guidelines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E4C2E-9383-BF8D-F80B-609735A3A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Complexity – task</a:t>
            </a:r>
          </a:p>
          <a:p>
            <a:r>
              <a:rPr lang="en-US" dirty="0"/>
              <a:t>Document and Analysis</a:t>
            </a:r>
          </a:p>
          <a:p>
            <a:r>
              <a:rPr lang="en-US" dirty="0"/>
              <a:t>Implementation</a:t>
            </a:r>
          </a:p>
          <a:p>
            <a:r>
              <a:rPr lang="en-US" dirty="0"/>
              <a:t>Versatility</a:t>
            </a:r>
          </a:p>
          <a:p>
            <a:r>
              <a:rPr lang="en-US" dirty="0"/>
              <a:t>Originality – method</a:t>
            </a:r>
          </a:p>
          <a:p>
            <a:r>
              <a:rPr lang="en-US"/>
              <a:t>Presentation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522584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5801</TotalTime>
  <Words>138</Words>
  <Application>Microsoft Macintosh PowerPoint</Application>
  <PresentationFormat>מסך רחב</PresentationFormat>
  <Paragraphs>34</Paragraphs>
  <Slides>8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Workshop in Data Science – Tutorial 2</vt:lpstr>
      <vt:lpstr>Topic</vt:lpstr>
      <vt:lpstr>Feasibility Analysis</vt:lpstr>
      <vt:lpstr>Method</vt:lpstr>
      <vt:lpstr>Repeat for another topic</vt:lpstr>
      <vt:lpstr>Preferences</vt:lpstr>
      <vt:lpstr>Total time for both topics</vt:lpstr>
      <vt:lpstr>Final Grade guidelines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Omer Ab</dc:creator>
  <cp:lastModifiedBy>Shaked Schnarch</cp:lastModifiedBy>
  <cp:revision>65</cp:revision>
  <dcterms:created xsi:type="dcterms:W3CDTF">2025-11-06T16:04:34Z</dcterms:created>
  <dcterms:modified xsi:type="dcterms:W3CDTF">2025-11-18T19:23:38Z</dcterms:modified>
</cp:coreProperties>
</file>